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7" d="100"/>
          <a:sy n="87" d="100"/>
        </p:scale>
        <p:origin x="5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07-04-2026</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07-04-2026</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0347" y="6191250"/>
            <a:ext cx="1567934" cy="3961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23594" y="2283099"/>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6"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Central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East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571643"/>
            <a:ext cx="11353800" cy="830997"/>
          </a:xfrm>
          <a:prstGeom prst="rect">
            <a:avLst/>
          </a:prstGeom>
          <a:noFill/>
        </p:spPr>
        <p:txBody>
          <a:bodyPr wrap="square" rtlCol="0">
            <a:spAutoFit/>
          </a:bodyPr>
          <a:lstStyle/>
          <a:p>
            <a:r>
              <a:rPr lang="en-US" sz="1600" b="1" dirty="0">
                <a:solidFill>
                  <a:schemeClr val="accent6">
                    <a:lumMod val="50000"/>
                  </a:schemeClr>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endParaRPr>
          </a:p>
        </p:txBody>
      </p:sp>
    </p:spTree>
    <p:extLst>
      <p:ext uri="{BB962C8B-B14F-4D97-AF65-F5344CB8AC3E}">
        <p14:creationId xmlns:p14="http://schemas.microsoft.com/office/powerpoint/2010/main" val="587122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9300" y="6039400"/>
            <a:ext cx="2168981" cy="5479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4051" y="6063338"/>
            <a:ext cx="2074230" cy="5240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494</Words>
  <Application>Microsoft Office PowerPoint</Application>
  <PresentationFormat>Widescreen</PresentationFormat>
  <Paragraphs>44</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Arial Rounded MT Bold</vt:lpstr>
      <vt:lpstr>Calibri</vt:lpstr>
      <vt:lpstr>Calibri Light</vt:lpstr>
      <vt:lpstr>Segoe UI Black</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Shreyas Seshadri</cp:lastModifiedBy>
  <cp:revision>8</cp:revision>
  <dcterms:created xsi:type="dcterms:W3CDTF">2024-10-20T07:13:28Z</dcterms:created>
  <dcterms:modified xsi:type="dcterms:W3CDTF">2026-04-07T10:12:55Z</dcterms:modified>
</cp:coreProperties>
</file>